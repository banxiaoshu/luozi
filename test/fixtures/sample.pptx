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rPr lang="zh-CN"/>
              <a:t>第一章 极限与连续</a:t>
            </a:r>
          </a:p>
          <a:p>
            <a:r>
              <a:rPr lang="zh-CN"/>
              <a:t>数列的极限</a:t>
            </a:r>
          </a:p>
          <a:p>
            <a:r>
              <a:rPr lang="zh-CN"/>
              <a:t>夹逼准则</a:t>
            </a:r>
          </a:p>
          <a:p>
            <a:r>
              <a:rPr lang="zh-CN"/>
              <a:t>单调有界必有极限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rPr lang="zh-CN"/>
              <a:t>夹逼准则</a:t>
            </a:r>
          </a:p>
          <a:p>
            <a:r>
              <a:rPr lang="zh-CN"/>
              <a:t>两边夹住中间，两头的界要先找出来</a:t>
            </a:r>
          </a:p>
          <a:p>
            <a:r>
              <a:rPr lang="zh-CN"/>
              <a:t>两端极限相等才能直接写结论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rPr lang="zh-CN"/>
              <a:t>例题</a:t>
            </a:r>
          </a:p>
          <a:p>
            <a:r>
              <a:rPr lang="zh-CN"/>
              <a:t>求极限 lim (1 + 1/n)^n</a:t>
            </a:r>
          </a:p>
          <a:p>
            <a:r>
              <a:rPr lang="zh-CN"/>
              <a:t>答案是 e</a:t>
            </a:r>
          </a:p>
        </p:txBody>
      </p:sp>
    </p:spTree>
  </p:cSld>
</p:sld>
</file>